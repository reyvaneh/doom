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Chap6 Behavorist AI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Introduction to Behaviorist AI</a:t>
            </a:r>
            <a:endParaRPr lang="zh-CN" altLang="en-US"/>
          </a:p>
          <a:p>
            <a:r>
              <a:rPr lang="zh-CN" altLang="en-US"/>
              <a:t>Basics of Reinforcement Learning</a:t>
            </a:r>
            <a:endParaRPr lang="zh-CN" altLang="en-US"/>
          </a:p>
          <a:p>
            <a:r>
              <a:rPr lang="zh-CN" altLang="en-US"/>
              <a:t>RL Algorithms and Techniques</a:t>
            </a:r>
            <a:endParaRPr lang="zh-CN" altLang="en-US"/>
          </a:p>
          <a:p>
            <a:r>
              <a:rPr lang="zh-CN" altLang="en-US"/>
              <a:t>Markov Decision Processes (MDPs)</a:t>
            </a:r>
            <a:endParaRPr lang="zh-CN" altLang="en-US"/>
          </a:p>
          <a:p>
            <a:r>
              <a:rPr lang="zh-CN" altLang="en-US"/>
              <a:t>Behavioral AI in Robotics and Games</a:t>
            </a:r>
            <a:endParaRPr lang="zh-CN" altLang="en-US"/>
          </a:p>
          <a:p>
            <a:r>
              <a:rPr lang="zh-CN" altLang="en-US"/>
              <a:t>Applications and Use Cases of Behaviorist AI</a:t>
            </a:r>
            <a:endParaRPr lang="zh-CN" altLang="en-US"/>
          </a:p>
          <a:p>
            <a:r>
              <a:rPr lang="zh-CN" altLang="en-US"/>
              <a:t>Challenges and Limitations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WU2NTJhZWJjNWU3MTUzMjVkMTg0YjNhNTk1ZDA3Yz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WPS 演示</Application>
  <PresentationFormat>宽屏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zhaof</dc:creator>
  <cp:lastModifiedBy>赵丰年</cp:lastModifiedBy>
  <cp:revision>5</cp:revision>
  <dcterms:created xsi:type="dcterms:W3CDTF">2023-08-09T12:44:00Z</dcterms:created>
  <dcterms:modified xsi:type="dcterms:W3CDTF">2024-09-12T12:55:40Z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2052-12.1.0.17857</vt:lpwstr>
  </property>
</Properties>
</file>